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C36BD6-A5AE-4C31-A2BB-87B18FE8A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3BE3087-6F63-4335-8EE6-90DA2101A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557EF9-9969-4961-8438-21F630EC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251-5AB5-450F-BEFE-2C0F40DF80D8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47EC5E-663C-4928-A66F-66B0ACDC6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1434B-83E2-44B0-B98C-87941B1B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A7C-9708-4611-A5D6-159B94E5D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9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C2C3A-A619-4587-B2E1-049DB6F9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9A3BF6-9163-4CC2-96EC-96B15F3B2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99698D-EB45-4922-BF04-E8071EAE4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251-5AB5-450F-BEFE-2C0F40DF80D8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F8A56-5BA8-4726-BC5E-1F2688EF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B1D211-2E20-462C-95D5-E1BCF976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A7C-9708-4611-A5D6-159B94E5D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667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605C1F-8794-4E3E-A00D-535ED923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0552E8-CB20-4DEC-88C3-AE884806E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ED288D-4808-4605-8C41-118BE2402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251-5AB5-450F-BEFE-2C0F40DF80D8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860A06-AE47-457C-BB62-2C85B3B5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587CBA-7A53-4FF6-8915-76D979DB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A7C-9708-4611-A5D6-159B94E5D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42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15B349-3FAB-42D1-A9F9-A3605CCA3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1EC6F-21C5-414D-A738-F5E0624A7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9D48E2-97E4-4991-A60E-BB5EBE189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55BC2B-3501-4E77-BF8C-84676752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251-5AB5-450F-BEFE-2C0F40DF80D8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0F0C42D-4264-488F-BD63-0FEDD9F74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E29BDF-FBD9-40E8-B3FD-8DC4776A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A7C-9708-4611-A5D6-159B94E5D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545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9CB47-0A35-4458-921C-A24519B06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B0A313-36FA-4899-9E76-9B4A6FA51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BB2731-5903-4BDC-BA84-5578550CD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97E23D-98B3-4F1A-B6D2-7A7B032FE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B8F5FE-1F14-42C9-B463-B3011A3522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F974F2-E362-4897-A0DE-CAAB4B066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251-5AB5-450F-BEFE-2C0F40DF80D8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E2A052-04DF-4E96-9658-4A0B2668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3AFE71-2AF5-4EF1-A2AB-5F09CB93A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A7C-9708-4611-A5D6-159B94E5D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804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7A76A-3613-4714-918F-4D6196D4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B32FBD-27BD-483F-B4D7-1EEA1EEAA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251-5AB5-450F-BEFE-2C0F40DF80D8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56355F-281A-4153-814F-1D56598B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6EAE16-FDB9-42D6-8C38-29D54A5E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A7C-9708-4611-A5D6-159B94E5D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636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0F197E9-6779-4E57-9FE3-D26DB6B39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251-5AB5-450F-BEFE-2C0F40DF80D8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A4FCD9-6A6A-4B10-8684-80D0A499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2E6400-2B28-4779-963B-3A2D47954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A7C-9708-4611-A5D6-159B94E5D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024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F469B-04B4-4208-B534-95BCC278E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0E672E-C5ED-4EA4-A8E0-4881679C1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A67111-BCAE-4F5E-9EAF-E81A0B614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076EB6-442B-4922-93CF-71E8E5E4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251-5AB5-450F-BEFE-2C0F40DF80D8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1F71D4-6E49-487D-8868-6810AF5A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8D43E6-8975-4389-9D26-BD23F907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A7C-9708-4611-A5D6-159B94E5D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791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44045-4EFE-4A74-9755-3340A95CB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0F067B3-9596-4287-9888-93B68099F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42E762-83C5-477E-BEBD-567064100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C2BC91-899B-47CD-947A-7AB8D495B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251-5AB5-450F-BEFE-2C0F40DF80D8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BE6B7-05B9-4D64-9C50-85937598C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1C7CFE-AEEB-4E99-8349-C352F52FC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A7C-9708-4611-A5D6-159B94E5D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2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FCB5E-D444-46FD-9B97-3D6C3F558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3C1BCE-51F5-4404-983C-3CA998316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594EAA-87E2-4D71-B0B9-786AF17D7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251-5AB5-450F-BEFE-2C0F40DF80D8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7F35FD-8278-47CE-94AD-6FA4B2E94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86971B-30B1-4218-A4B4-0A3D5FC9F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A7C-9708-4611-A5D6-159B94E5D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589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4D59A5E-7366-47A9-B6E3-A8727868C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415392-06C4-4D4D-8E07-56AF1D541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950245-7285-46A0-B61E-3B327544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251-5AB5-450F-BEFE-2C0F40DF80D8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EE8104-45FB-4875-A56A-050AE377D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745FF0-35FC-4D5D-89FA-970A9BB0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88A7C-9708-4611-A5D6-159B94E5D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6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B99147-819A-4CFD-8912-321D02B7D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092DAA-B7BE-4F20-8E2D-EAB4C106D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A24AA5-B73B-4B5D-8511-9CA3663E61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42251-5AB5-450F-BEFE-2C0F40DF80D8}" type="datetimeFigureOut">
              <a:rPr lang="ko-KR" altLang="en-US" smtClean="0"/>
              <a:t>2025-05-02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2B43CC-0775-404E-AA5F-868F5CA77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A74769-6103-47EF-AA72-0BE382F3F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88A7C-9708-4611-A5D6-159B94E5D0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503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185ACA0-AD0D-4521-A30F-60FD160F5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64" y="0"/>
            <a:ext cx="101386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388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F84523-E1F9-4567-A23D-7FFDEB97C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338137"/>
            <a:ext cx="11191875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42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538E045-9BD8-44F1-9CF5-392F478F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31" y="0"/>
            <a:ext cx="103573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64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FB40F8-F0D1-4057-92D7-E1DE44B98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720" y="0"/>
            <a:ext cx="74505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48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C6C65A-6E99-4FBF-8BF7-569181DEF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26" y="0"/>
            <a:ext cx="2085975" cy="68103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3BE532C-2B9D-454E-9D82-EA89BE32E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416" y="4661263"/>
            <a:ext cx="4143375" cy="1914525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6DD8F6B-8059-40B6-82F5-5DCA51EAB941}"/>
              </a:ext>
            </a:extLst>
          </p:cNvPr>
          <p:cNvSpPr/>
          <p:nvPr/>
        </p:nvSpPr>
        <p:spPr>
          <a:xfrm rot="20182295">
            <a:off x="2745609" y="5865536"/>
            <a:ext cx="931667" cy="2085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468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C6C65A-6E99-4FBF-8BF7-569181DEF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26" y="0"/>
            <a:ext cx="2085975" cy="6810375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6DD8F6B-8059-40B6-82F5-5DCA51EAB941}"/>
              </a:ext>
            </a:extLst>
          </p:cNvPr>
          <p:cNvSpPr/>
          <p:nvPr/>
        </p:nvSpPr>
        <p:spPr>
          <a:xfrm rot="20182295">
            <a:off x="2787841" y="5135695"/>
            <a:ext cx="931667" cy="2085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4393A45-C739-4453-B63A-805455A50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245" y="4477712"/>
            <a:ext cx="361950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11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C6C65A-6E99-4FBF-8BF7-569181DEF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26" y="0"/>
            <a:ext cx="2085975" cy="6810375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6DD8F6B-8059-40B6-82F5-5DCA51EAB941}"/>
              </a:ext>
            </a:extLst>
          </p:cNvPr>
          <p:cNvSpPr/>
          <p:nvPr/>
        </p:nvSpPr>
        <p:spPr>
          <a:xfrm rot="20182295">
            <a:off x="2828736" y="4037237"/>
            <a:ext cx="1557083" cy="2085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77287D-449D-4105-B888-F2199E696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735" y="153273"/>
            <a:ext cx="35052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86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C6C65A-6E99-4FBF-8BF7-569181DEF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26" y="0"/>
            <a:ext cx="2085975" cy="6810375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6DD8F6B-8059-40B6-82F5-5DCA51EAB941}"/>
              </a:ext>
            </a:extLst>
          </p:cNvPr>
          <p:cNvSpPr/>
          <p:nvPr/>
        </p:nvSpPr>
        <p:spPr>
          <a:xfrm rot="20182295">
            <a:off x="2828736" y="4037237"/>
            <a:ext cx="1557083" cy="2085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E3ABA7-BDE1-4B26-AD4F-64FD9E75F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716" y="0"/>
            <a:ext cx="32114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33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C6C65A-6E99-4FBF-8BF7-569181DEF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26" y="0"/>
            <a:ext cx="2085975" cy="6810375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6DD8F6B-8059-40B6-82F5-5DCA51EAB941}"/>
              </a:ext>
            </a:extLst>
          </p:cNvPr>
          <p:cNvSpPr/>
          <p:nvPr/>
        </p:nvSpPr>
        <p:spPr>
          <a:xfrm rot="20182295">
            <a:off x="2761624" y="2669832"/>
            <a:ext cx="1557083" cy="2085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74F9994-2D8A-4DBF-AE70-7ED991490E0B}"/>
              </a:ext>
            </a:extLst>
          </p:cNvPr>
          <p:cNvSpPr/>
          <p:nvPr/>
        </p:nvSpPr>
        <p:spPr>
          <a:xfrm>
            <a:off x="1652630" y="2558642"/>
            <a:ext cx="922789" cy="154357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EEECF2-4BA1-4A7A-A7E0-BB4F8091D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0" y="2071490"/>
            <a:ext cx="34671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0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C6C65A-6E99-4FBF-8BF7-569181DEF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26" y="0"/>
            <a:ext cx="2085975" cy="6810375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66DD8F6B-8059-40B6-82F5-5DCA51EAB941}"/>
              </a:ext>
            </a:extLst>
          </p:cNvPr>
          <p:cNvSpPr/>
          <p:nvPr/>
        </p:nvSpPr>
        <p:spPr>
          <a:xfrm rot="20182295">
            <a:off x="2535163" y="1714039"/>
            <a:ext cx="1557083" cy="2085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74F9994-2D8A-4DBF-AE70-7ED991490E0B}"/>
              </a:ext>
            </a:extLst>
          </p:cNvPr>
          <p:cNvSpPr/>
          <p:nvPr/>
        </p:nvSpPr>
        <p:spPr>
          <a:xfrm>
            <a:off x="1635852" y="1818313"/>
            <a:ext cx="922789" cy="76339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1086CA-5830-4201-99D8-8711D5FB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770" y="1221952"/>
            <a:ext cx="36290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30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1531C4-F883-452A-BA78-1A4BFCA39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1452562"/>
            <a:ext cx="1143952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75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FE60AD3-B9BE-4AA5-8277-72EDBA420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814387"/>
            <a:ext cx="972502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91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728873-BDC0-4805-8EB8-AE96B8F95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690562"/>
            <a:ext cx="94773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39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13E63A-1242-49D0-BC7E-4CB231300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1304925"/>
            <a:ext cx="84963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341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와이드스크린</PresentationFormat>
  <Paragraphs>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7</cp:revision>
  <dcterms:created xsi:type="dcterms:W3CDTF">2025-05-02T00:48:15Z</dcterms:created>
  <dcterms:modified xsi:type="dcterms:W3CDTF">2025-05-02T01:21:36Z</dcterms:modified>
</cp:coreProperties>
</file>