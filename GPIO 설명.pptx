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F8FF3D-7B75-4EC2-9FA1-943E89D8C1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D2088B-8EA3-42D3-A956-DE95861CF3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1D7616-0B35-4B7F-A018-B2E96074E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159A-8075-487D-8631-2966BA1EDCD3}" type="datetimeFigureOut">
              <a:rPr lang="ko-KR" altLang="en-US" smtClean="0"/>
              <a:t>2025-05-01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84AF72-44A9-4B8A-8DD1-45FF1DEBF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CE2FC8-2996-401F-9654-CB5E89187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156F1-AC45-4A0F-AA47-C5E21128E3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35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E967A0-FB30-4D8D-B335-4D153729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608E6C-DD52-4D10-AF86-9D22DF331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A2F987-79DD-45C4-98EB-7531E3D1E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159A-8075-487D-8631-2966BA1EDCD3}" type="datetimeFigureOut">
              <a:rPr lang="ko-KR" altLang="en-US" smtClean="0"/>
              <a:t>2025-05-01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70C843-8719-4665-A5D5-61F5975EA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A3D126-8D99-4EFD-8983-DF75478FA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156F1-AC45-4A0F-AA47-C5E21128E3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488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FE938B-30A7-4532-A6E3-95216D52F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CD92AC-E97B-456D-80DD-5EA4C35E5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AF3E73-491C-4AB5-9B6B-060808333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159A-8075-487D-8631-2966BA1EDCD3}" type="datetimeFigureOut">
              <a:rPr lang="ko-KR" altLang="en-US" smtClean="0"/>
              <a:t>2025-05-01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4D08F8-1AA7-4447-80C3-EEB17B9E5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53F7CA-D5CF-4B30-BDA0-EC21910A0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156F1-AC45-4A0F-AA47-C5E21128E3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337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A5351E-9423-4423-B85D-EB71DCC09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FF8F6F-7712-4A74-8980-0020246F99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3046BB-A521-4B4F-874D-0A0CA5B1B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C6F1E3-C7DA-43F8-93F6-E3DCC809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159A-8075-487D-8631-2966BA1EDCD3}" type="datetimeFigureOut">
              <a:rPr lang="ko-KR" altLang="en-US" smtClean="0"/>
              <a:t>2025-05-01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412EE2-371D-428C-A9B3-047B8F94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707166-D508-4FA5-B18F-13E61650D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156F1-AC45-4A0F-AA47-C5E21128E3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16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A1B558-DB5A-4FB0-8A6C-48344B478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2E4F2B-601F-47E0-989C-2FFA6FC65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1A22AA-C518-4033-956D-DBA9FBE4BA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1EB4F9F-616D-45B3-A506-0BF785FFF1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5E1D338-8823-4F39-B621-A742EDF1E6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93BECCA-BC87-485A-BBF5-9D45ED683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159A-8075-487D-8631-2966BA1EDCD3}" type="datetimeFigureOut">
              <a:rPr lang="ko-KR" altLang="en-US" smtClean="0"/>
              <a:t>2025-05-01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7E2C156-E20B-4765-801F-259FAD7E9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497407B-C056-4E09-84E3-729E84C99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156F1-AC45-4A0F-AA47-C5E21128E3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189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DDC618-396A-4D73-875F-0B488138F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0CA72CC-C724-4610-8EDC-C91EBD966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159A-8075-487D-8631-2966BA1EDCD3}" type="datetimeFigureOut">
              <a:rPr lang="ko-KR" altLang="en-US" smtClean="0"/>
              <a:t>2025-05-01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4396C62-2B8F-4B46-9485-7FE450EA7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BBDD35-B07B-4A05-A573-6D0968C62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156F1-AC45-4A0F-AA47-C5E21128E3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3886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B98E340-8B7F-4B71-BB2F-783EAA1B5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159A-8075-487D-8631-2966BA1EDCD3}" type="datetimeFigureOut">
              <a:rPr lang="ko-KR" altLang="en-US" smtClean="0"/>
              <a:t>2025-05-01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34D28BC-F421-48A3-9957-0DEAF0799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C6BDBB-AE5B-49D8-9CEE-438B69F91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156F1-AC45-4A0F-AA47-C5E21128E3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3378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508451-B46D-445E-8FC3-0FBD645A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227726-0B41-4FA2-A897-79BF2D0F5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962B59-6B1F-4994-B699-84AF3210D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2AC8F5-93BB-4CC6-B3B2-4B177817F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159A-8075-487D-8631-2966BA1EDCD3}" type="datetimeFigureOut">
              <a:rPr lang="ko-KR" altLang="en-US" smtClean="0"/>
              <a:t>2025-05-01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D4D37A-8638-4290-B19C-5A534B388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470178-D6BA-479D-9AE5-EA1CC6BB0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156F1-AC45-4A0F-AA47-C5E21128E3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787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911541-8802-480A-A0F4-C36394465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ABDC231-58D8-4FE4-9CBE-8D84403064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CE67B6-DA96-41FA-B116-F67A9AFB9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AB1B23-D000-44DE-9F6D-9E670DD4C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159A-8075-487D-8631-2966BA1EDCD3}" type="datetimeFigureOut">
              <a:rPr lang="ko-KR" altLang="en-US" smtClean="0"/>
              <a:t>2025-05-01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E4D591-6099-4493-B370-328C728DC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EFCB9E-5422-4C06-AF8B-909DECCAE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156F1-AC45-4A0F-AA47-C5E21128E3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072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0B8E46-781F-4BC3-9D33-54D18AB86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D2F1D2-9068-48EF-BF79-E8119F7BEF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641975-FA60-417E-8FB6-C1AE24AF3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159A-8075-487D-8631-2966BA1EDCD3}" type="datetimeFigureOut">
              <a:rPr lang="ko-KR" altLang="en-US" smtClean="0"/>
              <a:t>2025-05-01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47D9BA-D618-4D54-AAA0-4B51DB7AB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93FFB9-6C0D-429F-B697-C0533F901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156F1-AC45-4A0F-AA47-C5E21128E3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2991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84383AB-50BB-4B46-88A2-4058CE574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B078395-B00D-484A-A945-FE7F2E98B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200A25-CD3A-4B41-8B96-58A2A646A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159A-8075-487D-8631-2966BA1EDCD3}" type="datetimeFigureOut">
              <a:rPr lang="ko-KR" altLang="en-US" smtClean="0"/>
              <a:t>2025-05-01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DB9D11-0C8D-471D-B194-1CB65939D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2E7444-BA43-48B7-8CA7-CDCF50596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156F1-AC45-4A0F-AA47-C5E21128E3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1467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C9CC011-FF8B-4FA7-80A6-61CF16A0D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82A03F-15BB-4E29-A8AA-16A3938B1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9CD9F2-8A54-4EC0-8E96-71252EE5DB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D1159A-8075-487D-8631-2966BA1EDCD3}" type="datetimeFigureOut">
              <a:rPr lang="ko-KR" altLang="en-US" smtClean="0"/>
              <a:t>2025-05-01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7D7A9D-2E9D-4131-AB1C-15741856D8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C67935-7F6A-4810-A6F9-90B83BCD5C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156F1-AC45-4A0F-AA47-C5E21128E3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148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CFB8326-FE5A-4E12-B160-0BB970EE6FED}"/>
              </a:ext>
            </a:extLst>
          </p:cNvPr>
          <p:cNvSpPr/>
          <p:nvPr/>
        </p:nvSpPr>
        <p:spPr>
          <a:xfrm>
            <a:off x="880844" y="444616"/>
            <a:ext cx="4857226" cy="60736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2E002EA-A61E-4D19-BEBB-CBA43F58C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829" y="4977026"/>
            <a:ext cx="1684483" cy="144315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1DDA71F-2310-4B19-9714-2BDF48D83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828" y="3824259"/>
            <a:ext cx="1684484" cy="10547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1B64B24-2C86-4F9A-875E-F1A3E022D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828" y="2630822"/>
            <a:ext cx="1684484" cy="10547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05B41C3-D6B2-4C37-9D49-761A6367D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828" y="1451692"/>
            <a:ext cx="1684484" cy="10547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EFE81FE-6767-4AB9-BF8D-5C667FD6B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4628" y="4190655"/>
            <a:ext cx="481515" cy="78517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454441C-4BB2-46C7-B06D-38346A1BC9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9062" y="3089712"/>
            <a:ext cx="2412467" cy="83726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EC4E3B8-C07D-4552-8575-A3A06C9E61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9642" y="4878959"/>
            <a:ext cx="481515" cy="10547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9999BBD-845B-4560-817F-7783F9B074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4968" y="4251028"/>
            <a:ext cx="1181668" cy="664425"/>
          </a:xfrm>
          <a:prstGeom prst="rect">
            <a:avLst/>
          </a:prstGeom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AC618630-D5CE-4192-A37D-6273E44CFEF5}"/>
              </a:ext>
            </a:extLst>
          </p:cNvPr>
          <p:cNvCxnSpPr/>
          <p:nvPr/>
        </p:nvCxnSpPr>
        <p:spPr>
          <a:xfrm>
            <a:off x="6677637" y="5503178"/>
            <a:ext cx="386732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7E57B198-C391-42DA-88A1-1D590E2D21B2}"/>
              </a:ext>
            </a:extLst>
          </p:cNvPr>
          <p:cNvCxnSpPr>
            <a:cxnSpLocks/>
          </p:cNvCxnSpPr>
          <p:nvPr/>
        </p:nvCxnSpPr>
        <p:spPr>
          <a:xfrm flipV="1">
            <a:off x="10544961" y="4975828"/>
            <a:ext cx="0" cy="52615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A15B6D6-10C2-4345-9744-A77C1C09EE54}"/>
              </a:ext>
            </a:extLst>
          </p:cNvPr>
          <p:cNvSpPr txBox="1"/>
          <p:nvPr/>
        </p:nvSpPr>
        <p:spPr>
          <a:xfrm>
            <a:off x="8208082" y="1082360"/>
            <a:ext cx="1258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0x01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9197A0B-1933-4C77-B09C-37EC5B1DBC8A}"/>
              </a:ext>
            </a:extLst>
          </p:cNvPr>
          <p:cNvSpPr/>
          <p:nvPr/>
        </p:nvSpPr>
        <p:spPr>
          <a:xfrm>
            <a:off x="1870745" y="1166070"/>
            <a:ext cx="2567031" cy="5788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31E2387-6740-43E9-889A-946ABF591ADA}"/>
              </a:ext>
            </a:extLst>
          </p:cNvPr>
          <p:cNvCxnSpPr/>
          <p:nvPr/>
        </p:nvCxnSpPr>
        <p:spPr>
          <a:xfrm>
            <a:off x="2536271" y="1166070"/>
            <a:ext cx="0" cy="578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B1EFA1E-8D36-4BFC-9985-A9D5513F8DEB}"/>
              </a:ext>
            </a:extLst>
          </p:cNvPr>
          <p:cNvCxnSpPr/>
          <p:nvPr/>
        </p:nvCxnSpPr>
        <p:spPr>
          <a:xfrm>
            <a:off x="3183621" y="1185040"/>
            <a:ext cx="0" cy="578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76B77F59-5040-4AFE-8416-D6DE83F04B4A}"/>
              </a:ext>
            </a:extLst>
          </p:cNvPr>
          <p:cNvCxnSpPr/>
          <p:nvPr/>
        </p:nvCxnSpPr>
        <p:spPr>
          <a:xfrm>
            <a:off x="3762462" y="1201421"/>
            <a:ext cx="0" cy="578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8FC7F4A-A59D-4E3B-ADC3-94217289E5C6}"/>
              </a:ext>
            </a:extLst>
          </p:cNvPr>
          <p:cNvSpPr txBox="1"/>
          <p:nvPr/>
        </p:nvSpPr>
        <p:spPr>
          <a:xfrm>
            <a:off x="2119072" y="1317072"/>
            <a:ext cx="222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2524CF-1969-471C-865B-71A405911455}"/>
              </a:ext>
            </a:extLst>
          </p:cNvPr>
          <p:cNvSpPr txBox="1"/>
          <p:nvPr/>
        </p:nvSpPr>
        <p:spPr>
          <a:xfrm>
            <a:off x="2725569" y="1306175"/>
            <a:ext cx="222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8EC9E4-AE24-441D-AAEF-F980CD100C24}"/>
              </a:ext>
            </a:extLst>
          </p:cNvPr>
          <p:cNvSpPr txBox="1"/>
          <p:nvPr/>
        </p:nvSpPr>
        <p:spPr>
          <a:xfrm>
            <a:off x="3331279" y="1289794"/>
            <a:ext cx="222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C6C3A6-0ECC-444A-B89E-3C665D5B8209}"/>
              </a:ext>
            </a:extLst>
          </p:cNvPr>
          <p:cNvSpPr txBox="1"/>
          <p:nvPr/>
        </p:nvSpPr>
        <p:spPr>
          <a:xfrm>
            <a:off x="3897961" y="1289794"/>
            <a:ext cx="222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9BBB1F7F-5BEF-4036-996D-F7F533BE5E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9420" y="433076"/>
            <a:ext cx="4182764" cy="706361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2DC28293-FC1F-4710-A5B5-E25A1CB908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9420" y="146034"/>
            <a:ext cx="3562350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333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CFB8326-FE5A-4E12-B160-0BB970EE6FED}"/>
              </a:ext>
            </a:extLst>
          </p:cNvPr>
          <p:cNvSpPr/>
          <p:nvPr/>
        </p:nvSpPr>
        <p:spPr>
          <a:xfrm>
            <a:off x="880844" y="444616"/>
            <a:ext cx="4857226" cy="60736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2E002EA-A61E-4D19-BEBB-CBA43F58C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7181" y="3718014"/>
            <a:ext cx="1684483" cy="144315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1DDA71F-2310-4B19-9714-2BDF48D83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8472" y="5238904"/>
            <a:ext cx="1684484" cy="10547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1B64B24-2C86-4F9A-875E-F1A3E022D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828" y="2630822"/>
            <a:ext cx="1684484" cy="10547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05B41C3-D6B2-4C37-9D49-761A6367D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828" y="1451692"/>
            <a:ext cx="1684484" cy="10547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EFE81FE-6767-4AB9-BF8D-5C667FD6B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4628" y="2890360"/>
            <a:ext cx="481515" cy="78517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454441C-4BB2-46C7-B06D-38346A1BC9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9062" y="1789417"/>
            <a:ext cx="2412467" cy="83726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EC4E3B8-C07D-4552-8575-A3A06C9E61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9642" y="3578664"/>
            <a:ext cx="481515" cy="10547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9999BBD-845B-4560-817F-7783F9B074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6678" y="3158172"/>
            <a:ext cx="1181668" cy="664425"/>
          </a:xfrm>
          <a:prstGeom prst="rect">
            <a:avLst/>
          </a:prstGeom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AC618630-D5CE-4192-A37D-6273E44CFEF5}"/>
              </a:ext>
            </a:extLst>
          </p:cNvPr>
          <p:cNvCxnSpPr/>
          <p:nvPr/>
        </p:nvCxnSpPr>
        <p:spPr>
          <a:xfrm>
            <a:off x="6677637" y="4202883"/>
            <a:ext cx="386732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7E57B198-C391-42DA-88A1-1D590E2D21B2}"/>
              </a:ext>
            </a:extLst>
          </p:cNvPr>
          <p:cNvCxnSpPr>
            <a:cxnSpLocks/>
          </p:cNvCxnSpPr>
          <p:nvPr/>
        </p:nvCxnSpPr>
        <p:spPr>
          <a:xfrm flipV="1">
            <a:off x="10544961" y="3675533"/>
            <a:ext cx="0" cy="52615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A15B6D6-10C2-4345-9744-A77C1C09EE54}"/>
              </a:ext>
            </a:extLst>
          </p:cNvPr>
          <p:cNvSpPr txBox="1"/>
          <p:nvPr/>
        </p:nvSpPr>
        <p:spPr>
          <a:xfrm>
            <a:off x="8208082" y="1082360"/>
            <a:ext cx="1258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0x01&lt;&lt;1</a:t>
            </a:r>
          </a:p>
          <a:p>
            <a:r>
              <a:rPr lang="ko-KR" altLang="en-US" dirty="0"/>
              <a:t>십진수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9197A0B-1933-4C77-B09C-37EC5B1DBC8A}"/>
              </a:ext>
            </a:extLst>
          </p:cNvPr>
          <p:cNvSpPr/>
          <p:nvPr/>
        </p:nvSpPr>
        <p:spPr>
          <a:xfrm>
            <a:off x="1870745" y="1166070"/>
            <a:ext cx="2567031" cy="5788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31E2387-6740-43E9-889A-946ABF591ADA}"/>
              </a:ext>
            </a:extLst>
          </p:cNvPr>
          <p:cNvCxnSpPr/>
          <p:nvPr/>
        </p:nvCxnSpPr>
        <p:spPr>
          <a:xfrm>
            <a:off x="2536271" y="1166070"/>
            <a:ext cx="0" cy="578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B1EFA1E-8D36-4BFC-9985-A9D5513F8DEB}"/>
              </a:ext>
            </a:extLst>
          </p:cNvPr>
          <p:cNvCxnSpPr/>
          <p:nvPr/>
        </p:nvCxnSpPr>
        <p:spPr>
          <a:xfrm>
            <a:off x="3183621" y="1185040"/>
            <a:ext cx="0" cy="578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76B77F59-5040-4AFE-8416-D6DE83F04B4A}"/>
              </a:ext>
            </a:extLst>
          </p:cNvPr>
          <p:cNvCxnSpPr/>
          <p:nvPr/>
        </p:nvCxnSpPr>
        <p:spPr>
          <a:xfrm>
            <a:off x="3762462" y="1201421"/>
            <a:ext cx="0" cy="578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8FC7F4A-A59D-4E3B-ADC3-94217289E5C6}"/>
              </a:ext>
            </a:extLst>
          </p:cNvPr>
          <p:cNvSpPr txBox="1"/>
          <p:nvPr/>
        </p:nvSpPr>
        <p:spPr>
          <a:xfrm>
            <a:off x="2119072" y="1317072"/>
            <a:ext cx="222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2524CF-1969-471C-865B-71A405911455}"/>
              </a:ext>
            </a:extLst>
          </p:cNvPr>
          <p:cNvSpPr txBox="1"/>
          <p:nvPr/>
        </p:nvSpPr>
        <p:spPr>
          <a:xfrm>
            <a:off x="2725569" y="1306175"/>
            <a:ext cx="222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8EC9E4-AE24-441D-AAEF-F980CD100C24}"/>
              </a:ext>
            </a:extLst>
          </p:cNvPr>
          <p:cNvSpPr txBox="1"/>
          <p:nvPr/>
        </p:nvSpPr>
        <p:spPr>
          <a:xfrm>
            <a:off x="3331279" y="1289794"/>
            <a:ext cx="222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C6C3A6-0ECC-444A-B89E-3C665D5B8209}"/>
              </a:ext>
            </a:extLst>
          </p:cNvPr>
          <p:cNvSpPr txBox="1"/>
          <p:nvPr/>
        </p:nvSpPr>
        <p:spPr>
          <a:xfrm>
            <a:off x="3897961" y="1289794"/>
            <a:ext cx="222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9BBB1F7F-5BEF-4036-996D-F7F533BE5E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9420" y="433076"/>
            <a:ext cx="4182764" cy="706361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2DC28293-FC1F-4710-A5B5-E25A1CB908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9420" y="146034"/>
            <a:ext cx="3562350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296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CFB8326-FE5A-4E12-B160-0BB970EE6FED}"/>
              </a:ext>
            </a:extLst>
          </p:cNvPr>
          <p:cNvSpPr/>
          <p:nvPr/>
        </p:nvSpPr>
        <p:spPr>
          <a:xfrm>
            <a:off x="880844" y="444616"/>
            <a:ext cx="4857226" cy="60736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2E002EA-A61E-4D19-BEBB-CBA43F58C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7181" y="2561370"/>
            <a:ext cx="1684483" cy="144315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1DDA71F-2310-4B19-9714-2BDF48D83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8472" y="5238904"/>
            <a:ext cx="1684484" cy="10547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1B64B24-2C86-4F9A-875E-F1A3E022D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75" y="4094363"/>
            <a:ext cx="1684484" cy="10547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05B41C3-D6B2-4C37-9D49-761A6367D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828" y="1451692"/>
            <a:ext cx="1684484" cy="10547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EFE81FE-6767-4AB9-BF8D-5C667FD6B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4628" y="1783012"/>
            <a:ext cx="481515" cy="78517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454441C-4BB2-46C7-B06D-38346A1BC9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9062" y="682069"/>
            <a:ext cx="2412467" cy="83726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EC4E3B8-C07D-4552-8575-A3A06C9E61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9642" y="2471316"/>
            <a:ext cx="481515" cy="10547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9999BBD-845B-4560-817F-7783F9B074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6678" y="2050824"/>
            <a:ext cx="1181668" cy="664425"/>
          </a:xfrm>
          <a:prstGeom prst="rect">
            <a:avLst/>
          </a:prstGeom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AC618630-D5CE-4192-A37D-6273E44CFEF5}"/>
              </a:ext>
            </a:extLst>
          </p:cNvPr>
          <p:cNvCxnSpPr/>
          <p:nvPr/>
        </p:nvCxnSpPr>
        <p:spPr>
          <a:xfrm>
            <a:off x="6677637" y="3095535"/>
            <a:ext cx="386732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7E57B198-C391-42DA-88A1-1D590E2D21B2}"/>
              </a:ext>
            </a:extLst>
          </p:cNvPr>
          <p:cNvCxnSpPr>
            <a:cxnSpLocks/>
          </p:cNvCxnSpPr>
          <p:nvPr/>
        </p:nvCxnSpPr>
        <p:spPr>
          <a:xfrm flipV="1">
            <a:off x="10544961" y="2568185"/>
            <a:ext cx="0" cy="52615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A15B6D6-10C2-4345-9744-A77C1C09EE54}"/>
              </a:ext>
            </a:extLst>
          </p:cNvPr>
          <p:cNvSpPr txBox="1"/>
          <p:nvPr/>
        </p:nvSpPr>
        <p:spPr>
          <a:xfrm>
            <a:off x="7651759" y="983009"/>
            <a:ext cx="1258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0x01&lt;&lt;2</a:t>
            </a:r>
          </a:p>
          <a:p>
            <a:r>
              <a:rPr lang="ko-KR" altLang="en-US" dirty="0"/>
              <a:t>십진수</a:t>
            </a:r>
            <a:r>
              <a:rPr lang="en-US" altLang="ko-KR" dirty="0"/>
              <a:t>(4)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9197A0B-1933-4C77-B09C-37EC5B1DBC8A}"/>
              </a:ext>
            </a:extLst>
          </p:cNvPr>
          <p:cNvSpPr/>
          <p:nvPr/>
        </p:nvSpPr>
        <p:spPr>
          <a:xfrm>
            <a:off x="1870745" y="1166070"/>
            <a:ext cx="2567031" cy="5788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31E2387-6740-43E9-889A-946ABF591ADA}"/>
              </a:ext>
            </a:extLst>
          </p:cNvPr>
          <p:cNvCxnSpPr/>
          <p:nvPr/>
        </p:nvCxnSpPr>
        <p:spPr>
          <a:xfrm>
            <a:off x="2536271" y="1166070"/>
            <a:ext cx="0" cy="578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B1EFA1E-8D36-4BFC-9985-A9D5513F8DEB}"/>
              </a:ext>
            </a:extLst>
          </p:cNvPr>
          <p:cNvCxnSpPr/>
          <p:nvPr/>
        </p:nvCxnSpPr>
        <p:spPr>
          <a:xfrm>
            <a:off x="3183621" y="1185040"/>
            <a:ext cx="0" cy="578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76B77F59-5040-4AFE-8416-D6DE83F04B4A}"/>
              </a:ext>
            </a:extLst>
          </p:cNvPr>
          <p:cNvCxnSpPr/>
          <p:nvPr/>
        </p:nvCxnSpPr>
        <p:spPr>
          <a:xfrm>
            <a:off x="3762462" y="1201421"/>
            <a:ext cx="0" cy="578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8FC7F4A-A59D-4E3B-ADC3-94217289E5C6}"/>
              </a:ext>
            </a:extLst>
          </p:cNvPr>
          <p:cNvSpPr txBox="1"/>
          <p:nvPr/>
        </p:nvSpPr>
        <p:spPr>
          <a:xfrm>
            <a:off x="2119072" y="1317072"/>
            <a:ext cx="222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2524CF-1969-471C-865B-71A405911455}"/>
              </a:ext>
            </a:extLst>
          </p:cNvPr>
          <p:cNvSpPr txBox="1"/>
          <p:nvPr/>
        </p:nvSpPr>
        <p:spPr>
          <a:xfrm>
            <a:off x="2725569" y="1306175"/>
            <a:ext cx="222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8EC9E4-AE24-441D-AAEF-F980CD100C24}"/>
              </a:ext>
            </a:extLst>
          </p:cNvPr>
          <p:cNvSpPr txBox="1"/>
          <p:nvPr/>
        </p:nvSpPr>
        <p:spPr>
          <a:xfrm>
            <a:off x="3331279" y="1289794"/>
            <a:ext cx="222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C6C3A6-0ECC-444A-B89E-3C665D5B8209}"/>
              </a:ext>
            </a:extLst>
          </p:cNvPr>
          <p:cNvSpPr txBox="1"/>
          <p:nvPr/>
        </p:nvSpPr>
        <p:spPr>
          <a:xfrm>
            <a:off x="3897961" y="1289794"/>
            <a:ext cx="222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9BBB1F7F-5BEF-4036-996D-F7F533BE5E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9420" y="433076"/>
            <a:ext cx="4182764" cy="706361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2DC28293-FC1F-4710-A5B5-E25A1CB908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9420" y="146034"/>
            <a:ext cx="3562350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429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CFB8326-FE5A-4E12-B160-0BB970EE6FED}"/>
              </a:ext>
            </a:extLst>
          </p:cNvPr>
          <p:cNvSpPr/>
          <p:nvPr/>
        </p:nvSpPr>
        <p:spPr>
          <a:xfrm>
            <a:off x="880844" y="444616"/>
            <a:ext cx="4857226" cy="60736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2E002EA-A61E-4D19-BEBB-CBA43F58C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2718" y="1454022"/>
            <a:ext cx="1684483" cy="144315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1DDA71F-2310-4B19-9714-2BDF48D83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8472" y="5238904"/>
            <a:ext cx="1684484" cy="10547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1B64B24-2C86-4F9A-875E-F1A3E022D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75" y="4094363"/>
            <a:ext cx="1684484" cy="10547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05B41C3-D6B2-4C37-9D49-761A6367D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770" y="2968418"/>
            <a:ext cx="1684484" cy="10547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EFE81FE-6767-4AB9-BF8D-5C667FD6B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3017" y="700831"/>
            <a:ext cx="481515" cy="78517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454441C-4BB2-46C7-B06D-38346A1BC9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9688" y="2713505"/>
            <a:ext cx="2412467" cy="83726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EC4E3B8-C07D-4552-8575-A3A06C9E61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8031" y="1389135"/>
            <a:ext cx="481515" cy="10547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9999BBD-845B-4560-817F-7783F9B074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2692" y="2381292"/>
            <a:ext cx="1181668" cy="664425"/>
          </a:xfrm>
          <a:prstGeom prst="rect">
            <a:avLst/>
          </a:prstGeom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AC618630-D5CE-4192-A37D-6273E44CFEF5}"/>
              </a:ext>
            </a:extLst>
          </p:cNvPr>
          <p:cNvCxnSpPr/>
          <p:nvPr/>
        </p:nvCxnSpPr>
        <p:spPr>
          <a:xfrm>
            <a:off x="6686026" y="2013354"/>
            <a:ext cx="386732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7E57B198-C391-42DA-88A1-1D590E2D21B2}"/>
              </a:ext>
            </a:extLst>
          </p:cNvPr>
          <p:cNvCxnSpPr>
            <a:cxnSpLocks/>
          </p:cNvCxnSpPr>
          <p:nvPr/>
        </p:nvCxnSpPr>
        <p:spPr>
          <a:xfrm flipV="1">
            <a:off x="10553350" y="1486004"/>
            <a:ext cx="0" cy="52615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A15B6D6-10C2-4345-9744-A77C1C09EE54}"/>
              </a:ext>
            </a:extLst>
          </p:cNvPr>
          <p:cNvSpPr txBox="1"/>
          <p:nvPr/>
        </p:nvSpPr>
        <p:spPr>
          <a:xfrm>
            <a:off x="5756519" y="188365"/>
            <a:ext cx="1258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0x01&lt;&lt;3</a:t>
            </a:r>
          </a:p>
          <a:p>
            <a:r>
              <a:rPr lang="ko-KR" altLang="en-US" dirty="0"/>
              <a:t>십진수</a:t>
            </a:r>
            <a:r>
              <a:rPr lang="en-US" altLang="ko-KR" dirty="0"/>
              <a:t>(8)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9197A0B-1933-4C77-B09C-37EC5B1DBC8A}"/>
              </a:ext>
            </a:extLst>
          </p:cNvPr>
          <p:cNvSpPr/>
          <p:nvPr/>
        </p:nvSpPr>
        <p:spPr>
          <a:xfrm>
            <a:off x="1870745" y="1166070"/>
            <a:ext cx="2567031" cy="5788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31E2387-6740-43E9-889A-946ABF591ADA}"/>
              </a:ext>
            </a:extLst>
          </p:cNvPr>
          <p:cNvCxnSpPr/>
          <p:nvPr/>
        </p:nvCxnSpPr>
        <p:spPr>
          <a:xfrm>
            <a:off x="2536271" y="1166070"/>
            <a:ext cx="0" cy="578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B1EFA1E-8D36-4BFC-9985-A9D5513F8DEB}"/>
              </a:ext>
            </a:extLst>
          </p:cNvPr>
          <p:cNvCxnSpPr/>
          <p:nvPr/>
        </p:nvCxnSpPr>
        <p:spPr>
          <a:xfrm>
            <a:off x="3183621" y="1185040"/>
            <a:ext cx="0" cy="578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76B77F59-5040-4AFE-8416-D6DE83F04B4A}"/>
              </a:ext>
            </a:extLst>
          </p:cNvPr>
          <p:cNvCxnSpPr/>
          <p:nvPr/>
        </p:nvCxnSpPr>
        <p:spPr>
          <a:xfrm>
            <a:off x="3762462" y="1201421"/>
            <a:ext cx="0" cy="578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8FC7F4A-A59D-4E3B-ADC3-94217289E5C6}"/>
              </a:ext>
            </a:extLst>
          </p:cNvPr>
          <p:cNvSpPr txBox="1"/>
          <p:nvPr/>
        </p:nvSpPr>
        <p:spPr>
          <a:xfrm>
            <a:off x="2119072" y="1317072"/>
            <a:ext cx="222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2524CF-1969-471C-865B-71A405911455}"/>
              </a:ext>
            </a:extLst>
          </p:cNvPr>
          <p:cNvSpPr txBox="1"/>
          <p:nvPr/>
        </p:nvSpPr>
        <p:spPr>
          <a:xfrm>
            <a:off x="2725569" y="1306175"/>
            <a:ext cx="222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8EC9E4-AE24-441D-AAEF-F980CD100C24}"/>
              </a:ext>
            </a:extLst>
          </p:cNvPr>
          <p:cNvSpPr txBox="1"/>
          <p:nvPr/>
        </p:nvSpPr>
        <p:spPr>
          <a:xfrm>
            <a:off x="3331279" y="1289794"/>
            <a:ext cx="222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C6C3A6-0ECC-444A-B89E-3C665D5B8209}"/>
              </a:ext>
            </a:extLst>
          </p:cNvPr>
          <p:cNvSpPr txBox="1"/>
          <p:nvPr/>
        </p:nvSpPr>
        <p:spPr>
          <a:xfrm>
            <a:off x="3897961" y="1289794"/>
            <a:ext cx="222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9BBB1F7F-5BEF-4036-996D-F7F533BE5E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9420" y="433076"/>
            <a:ext cx="4182764" cy="706361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2DC28293-FC1F-4710-A5B5-E25A1CB908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9420" y="146034"/>
            <a:ext cx="3562350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239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38</Words>
  <Application>Microsoft Office PowerPoint</Application>
  <PresentationFormat>와이드스크린</PresentationFormat>
  <Paragraphs>23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2</cp:revision>
  <dcterms:created xsi:type="dcterms:W3CDTF">2025-04-30T23:05:00Z</dcterms:created>
  <dcterms:modified xsi:type="dcterms:W3CDTF">2025-04-30T23:12:04Z</dcterms:modified>
</cp:coreProperties>
</file>