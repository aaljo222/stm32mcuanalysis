
<file path=[Content_Types].xml><?xml version="1.0" encoding="utf-8"?>
<Types xmlns="http://schemas.openxmlformats.org/package/2006/content-types">
  <Default Extension="gif" ContentType="image/gif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58AAA7-B9B4-44EE-95AA-CCB61167E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DFF9F4-DD68-4D90-9B6B-4AA3945F0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003455-8CC2-4143-85F1-B13A22108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3BFC-FDA9-4AC7-9D11-49863F7551F6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7A093D-DFB2-4FC0-9087-ECB5E9C72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B51E78-D99F-4DD7-BAF7-54ECED48E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A3BB7-41D5-4B78-A9C7-B8845935A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1702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2EC9E4-2B13-4F1A-A65A-5A432C344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F11056-0230-494F-807B-C50B9BA09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8C1A25-5335-4A5F-9B09-6D96EF5F8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3BFC-FDA9-4AC7-9D11-49863F7551F6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37870A-098A-450E-A9B6-F7F00240E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BED504-9ACD-4FCC-AE44-A97DED1A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A3BB7-41D5-4B78-A9C7-B8845935A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148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011D38-C988-44E8-B14B-09FBAD584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751226-6D9D-4031-B67C-0E82FD6B0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110C72-D1C2-4501-A49A-222219720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3BFC-FDA9-4AC7-9D11-49863F7551F6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64A430-F583-43C2-A819-3402D3952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534BED-EB41-49F5-B6AF-DB8E6D379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A3BB7-41D5-4B78-A9C7-B8845935A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208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A2B82-19C5-4A1E-9550-1E331DC53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2EDD57-A4A6-4469-A1FD-D27587452E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E03A7F-1E71-4A12-84EE-8009D3685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BFB8A9-784C-4BE7-9F3F-F8B0ED371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3BFC-FDA9-4AC7-9D11-49863F7551F6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40041E-66C2-4D9A-9642-DDB4854A3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DF7C5C-1361-4407-95B5-51C0951D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A3BB7-41D5-4B78-A9C7-B8845935A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080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43C5DD-C27B-409C-AD8B-C678EE369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842225-5074-464A-ABA6-3DCE29B40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70B8D7-01BF-47E1-8A57-3340A8AFB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4CDC28-1485-4C72-AAB3-2FC906573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02BE0D5-78A8-4617-8BE7-CBDE82DB9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C55CA87-2B0F-4768-B888-8A9227487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3BFC-FDA9-4AC7-9D11-49863F7551F6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828088-563B-4124-B50A-1B825B50F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C07FA4A-6E50-4E25-B414-88D72ADFD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A3BB7-41D5-4B78-A9C7-B8845935A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576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728A4D-9D9E-4285-9E69-B03EAA42D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4B2A3E-3355-4CFA-83F0-0413F367B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3BFC-FDA9-4AC7-9D11-49863F7551F6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1F1AC12-A445-4433-AC67-5CA06AA6E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0FEF8D-9490-42FB-849F-21199415E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A3BB7-41D5-4B78-A9C7-B8845935A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858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BD0B141-D248-4A20-9655-D7B69806A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3BFC-FDA9-4AC7-9D11-49863F7551F6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21874E7-9F3F-475F-94D2-1A327589C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55B7C9-5009-4A3D-A655-2488C41F6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A3BB7-41D5-4B78-A9C7-B8845935A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475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1ADA04-7D0F-42D4-953F-2FB09ECA5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713D0C-8C90-41B0-A95E-23D9EFC65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1D64AE-CDB4-4C05-B439-7FCFD9DB6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6AF26F-FABA-4588-B292-84E0E851D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3BFC-FDA9-4AC7-9D11-49863F7551F6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68E06E-D70E-490D-8959-422E4D03C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5F331C-B199-4EC4-9E3D-7A74B9BE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A3BB7-41D5-4B78-A9C7-B8845935A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598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49F53-0D18-468B-9A88-D9824AB03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E8C731F-60E1-4EB8-8BD4-AB6D440A8F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B0E9D8-B627-4427-98AB-7B414F734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F69375-A09D-4C12-9F88-56EF99B61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3BFC-FDA9-4AC7-9D11-49863F7551F6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F9DF11-CC2D-4500-9A73-FC1E9FA4D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C162B9-2A66-41DA-82A1-176440D41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A3BB7-41D5-4B78-A9C7-B8845935A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971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F3D98-B2DF-46FA-A988-9B1FAF813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CD0659-C3A1-48DA-B260-DB7A38436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1AEC30-E1CD-42A4-A722-1E9F69FC6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3BFC-FDA9-4AC7-9D11-49863F7551F6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A29295-8703-49C7-B30F-31B86F66C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3E0AA7-45F0-4B8F-9F34-59F7C0490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A3BB7-41D5-4B78-A9C7-B8845935A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576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8D166CC-096B-4D47-B2C9-BE6B77CE4A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BEF556-F6BC-4A07-861D-326A518FA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0B6EC9-C142-4568-B5F5-93DA7AAE6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63BFC-FDA9-4AC7-9D11-49863F7551F6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C95A73-B389-49EF-A750-D3C2250F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40F9EB-26AD-4714-8B4F-FF14669D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A3BB7-41D5-4B78-A9C7-B8845935A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468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F3A869-4EED-415E-8304-FEE537A1A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86A377-CEFA-4CE1-AD10-9875ED3F9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6D44D-D9F7-43C1-BA95-4EE4EBCB92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63BFC-FDA9-4AC7-9D11-49863F7551F6}" type="datetimeFigureOut">
              <a:rPr lang="ko-KR" altLang="en-US" smtClean="0"/>
              <a:t>2025-05-08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4739CD-B525-4E88-B013-528D8AD05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2DABC0-4C63-4F1B-9834-3053D28583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A3BB7-41D5-4B78-A9C7-B8845935AF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403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F26E335-E492-43A9-807E-CC72C4B2D4A7}"/>
              </a:ext>
            </a:extLst>
          </p:cNvPr>
          <p:cNvSpPr/>
          <p:nvPr/>
        </p:nvSpPr>
        <p:spPr>
          <a:xfrm>
            <a:off x="5024483" y="454872"/>
            <a:ext cx="1632882" cy="6749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/>
              <a:t>10</a:t>
            </a:r>
            <a:r>
              <a:rPr lang="ko-KR" altLang="en-US" sz="1800" dirty="0"/>
              <a:t>진수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FD6B9E6-80DC-4686-AC63-10FDFA932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312" y="1536234"/>
            <a:ext cx="1120630" cy="112063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191F463-CC76-4E0D-8BDC-82E5A8EDD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021" y="2821148"/>
            <a:ext cx="1120630" cy="112063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D5A4119-BBDC-48D9-B68A-0C6E0B975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853" y="2821148"/>
            <a:ext cx="1120630" cy="11206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BD68B73-0264-4DA8-BB75-1818775CD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003" y="1536234"/>
            <a:ext cx="1120630" cy="112063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24CC046-A513-498C-B121-5E63C5E6B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669" y="1463180"/>
            <a:ext cx="1120630" cy="112063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407F8C0-20E8-4482-846C-32B1503A3A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5685" y="2888435"/>
            <a:ext cx="1120630" cy="112063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E448A77-6432-4EC5-A62F-8531060D9F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346" y="1409699"/>
            <a:ext cx="1120630" cy="112063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F2BBA9E-67F2-4313-B6A8-4E7C33DFF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833" y="2829712"/>
            <a:ext cx="1120630" cy="112063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53ABCDA-7247-485B-963C-B238B8A95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687" y="1347131"/>
            <a:ext cx="1120630" cy="112063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FB24DC8-BD56-4356-ACF1-12F02A39248A}"/>
              </a:ext>
            </a:extLst>
          </p:cNvPr>
          <p:cNvSpPr txBox="1"/>
          <p:nvPr/>
        </p:nvSpPr>
        <p:spPr>
          <a:xfrm>
            <a:off x="6588153" y="3448750"/>
            <a:ext cx="20776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0" dirty="0"/>
              <a:t>+</a:t>
            </a:r>
            <a:endParaRPr lang="ko-KR" altLang="en-US" sz="80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23513E4-1C3C-4A0B-A037-A2F83F73D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984" y="4446721"/>
            <a:ext cx="1120630" cy="112063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009AD27-B9B3-4A43-9BC2-669514670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201" y="4403725"/>
            <a:ext cx="1120630" cy="1120630"/>
          </a:xfrm>
          <a:prstGeom prst="rect">
            <a:avLst/>
          </a:prstGeom>
        </p:spPr>
      </p:pic>
      <p:sp>
        <p:nvSpPr>
          <p:cNvPr id="21" name="실행 단추: 도움말 2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C476F58-F1DD-4A62-9FDA-3FB90AAA0E03}"/>
              </a:ext>
            </a:extLst>
          </p:cNvPr>
          <p:cNvSpPr/>
          <p:nvPr/>
        </p:nvSpPr>
        <p:spPr>
          <a:xfrm>
            <a:off x="6937346" y="5690610"/>
            <a:ext cx="914400" cy="1015068"/>
          </a:xfrm>
          <a:prstGeom prst="actionButtonHelp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45C14F-B672-44AA-AA57-35F539EDC525}"/>
              </a:ext>
            </a:extLst>
          </p:cNvPr>
          <p:cNvSpPr txBox="1"/>
          <p:nvPr/>
        </p:nvSpPr>
        <p:spPr>
          <a:xfrm>
            <a:off x="5774073" y="5534561"/>
            <a:ext cx="20776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0" dirty="0"/>
              <a:t>=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3468819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F26E335-E492-43A9-807E-CC72C4B2D4A7}"/>
              </a:ext>
            </a:extLst>
          </p:cNvPr>
          <p:cNvSpPr/>
          <p:nvPr/>
        </p:nvSpPr>
        <p:spPr>
          <a:xfrm>
            <a:off x="5024483" y="454872"/>
            <a:ext cx="1632882" cy="6749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/>
              <a:t>10</a:t>
            </a:r>
            <a:r>
              <a:rPr lang="ko-KR" altLang="en-US" sz="1800" dirty="0"/>
              <a:t>진수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009AD27-B9B3-4A43-9BC2-669514670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746" y="2474257"/>
            <a:ext cx="1120630" cy="112063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313FEF4-E946-458B-ABAC-A1CEB574C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813" y="1939445"/>
            <a:ext cx="2190254" cy="219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165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F26E335-E492-43A9-807E-CC72C4B2D4A7}"/>
              </a:ext>
            </a:extLst>
          </p:cNvPr>
          <p:cNvSpPr/>
          <p:nvPr/>
        </p:nvSpPr>
        <p:spPr>
          <a:xfrm>
            <a:off x="5024483" y="454872"/>
            <a:ext cx="1632882" cy="6749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/>
              <a:t>2</a:t>
            </a:r>
            <a:r>
              <a:rPr lang="ko-KR" altLang="en-US" sz="1800" dirty="0"/>
              <a:t>진수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E428E2-5FCA-4454-BD62-D6ADE745C667}"/>
              </a:ext>
            </a:extLst>
          </p:cNvPr>
          <p:cNvSpPr txBox="1"/>
          <p:nvPr/>
        </p:nvSpPr>
        <p:spPr>
          <a:xfrm>
            <a:off x="5214197" y="1946247"/>
            <a:ext cx="15389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  101</a:t>
            </a:r>
          </a:p>
          <a:p>
            <a:r>
              <a:rPr lang="en-US" altLang="ko-KR" sz="2800" b="1" dirty="0"/>
              <a:t>+   1</a:t>
            </a:r>
          </a:p>
          <a:p>
            <a:r>
              <a:rPr lang="en-US" altLang="ko-KR" sz="2800" b="1" dirty="0"/>
              <a:t>=110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806141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F26E335-E492-43A9-807E-CC72C4B2D4A7}"/>
              </a:ext>
            </a:extLst>
          </p:cNvPr>
          <p:cNvSpPr/>
          <p:nvPr/>
        </p:nvSpPr>
        <p:spPr>
          <a:xfrm>
            <a:off x="4318757" y="636326"/>
            <a:ext cx="3767179" cy="6749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/>
              <a:t>2</a:t>
            </a:r>
            <a:r>
              <a:rPr lang="ko-KR" altLang="en-US" sz="1800" dirty="0"/>
              <a:t>진수를 </a:t>
            </a:r>
            <a:r>
              <a:rPr lang="en-US" altLang="ko-KR" sz="1800" dirty="0"/>
              <a:t>16</a:t>
            </a:r>
            <a:r>
              <a:rPr lang="ko-KR" altLang="en-US" sz="1800" dirty="0"/>
              <a:t>진수로 변환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B1F9A84-62AD-446A-A564-5C073EA14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200" y="1649200"/>
            <a:ext cx="5128294" cy="423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565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26749D8-78B3-48E5-96F6-C9B36685D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328" y="1088263"/>
            <a:ext cx="6217728" cy="515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804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8B13025-6D1F-4D0D-BFEF-F40A5CDAFD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0967" y="143274"/>
            <a:ext cx="5192524" cy="657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69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19</Words>
  <Application>Microsoft Office PowerPoint</Application>
  <PresentationFormat>와이드스크린</PresentationFormat>
  <Paragraphs>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3</cp:revision>
  <dcterms:created xsi:type="dcterms:W3CDTF">2025-05-07T22:48:51Z</dcterms:created>
  <dcterms:modified xsi:type="dcterms:W3CDTF">2025-05-07T23:00:05Z</dcterms:modified>
</cp:coreProperties>
</file>